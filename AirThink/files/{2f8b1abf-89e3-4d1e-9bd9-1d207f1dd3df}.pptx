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7315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3A3E42"/>
                </a:solidFill>
                <a:latin typeface="Comic Sans MS"/>
              </a:defRPr>
            </a:pPr>
            <a:r>
              <a:t>? Claude Code 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86F70"/>
                </a:solidFill>
                <a:latin typeface="Microsoft YaHei"/>
              </a:defRPr>
            </a:pPr>
            <a:r>
              <a:t>??????? ? ?? ? ?? ? ??</a:t>
            </a:r>
          </a:p>
        </p:txBody>
      </p:sp>
      <p:sp>
        <p:nvSpPr>
          <p:cNvPr id="5" name="Rounded Rectangle 4"/>
          <p:cNvSpPr/>
          <p:nvPr/>
        </p:nvSpPr>
        <p:spPr>
          <a:xfrm rot="66000">
            <a:off x="914400" y="2788920"/>
            <a:ext cx="141732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1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3127248"/>
            <a:ext cx="576072" cy="0"/>
          </a:xfrm>
          <a:prstGeom prst="line">
            <a:avLst/>
          </a:prstGeom>
          <a:ln w="25400">
            <a:solidFill>
              <a:srgbClr val="68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 rot="48000">
            <a:off x="2971800" y="2788920"/>
            <a:ext cx="141732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8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389120" y="3127248"/>
            <a:ext cx="576072" cy="0"/>
          </a:xfrm>
          <a:prstGeom prst="line">
            <a:avLst/>
          </a:prstGeom>
          <a:ln w="25400">
            <a:solidFill>
              <a:srgbClr val="68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 rot="21558000">
            <a:off x="5029200" y="2788920"/>
            <a:ext cx="141732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52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46520" y="3127248"/>
            <a:ext cx="576072" cy="0"/>
          </a:xfrm>
          <a:prstGeom prst="line">
            <a:avLst/>
          </a:prstGeom>
          <a:ln w="25400">
            <a:solidFill>
              <a:srgbClr val="68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 rot="21528000">
            <a:off x="7086600" y="2788920"/>
            <a:ext cx="141732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69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2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12" name="Oval 11"/>
          <p:cNvSpPr/>
          <p:nvPr/>
        </p:nvSpPr>
        <p:spPr>
          <a:xfrm>
            <a:off x="9372600" y="2423160"/>
            <a:ext cx="914400" cy="914400"/>
          </a:xfrm>
          <a:prstGeom prst="ellipse">
            <a:avLst/>
          </a:prstGeom>
          <a:noFill/>
          <a:ln w="25400">
            <a:solidFill>
              <a:srgbClr val="3A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28632" y="271576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94392" y="271576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9665208" y="2990088"/>
            <a:ext cx="164592" cy="128016"/>
          </a:xfrm>
          <a:prstGeom prst="line">
            <a:avLst/>
          </a:prstGeom>
          <a:ln w="25400">
            <a:solidFill>
              <a:srgbClr val="698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9829800" y="2990088"/>
            <a:ext cx="201168" cy="128016"/>
          </a:xfrm>
          <a:prstGeom prst="line">
            <a:avLst/>
          </a:prstGeom>
          <a:ln w="25400">
            <a:solidFill>
              <a:srgbClr val="698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4800600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3A3E42"/>
                </a:solidFill>
                <a:latin typeface="Microsoft YaHei"/>
              </a:defRPr>
            </a:pPr>
            <a:r>
              <a:t>?????????????????????????????</a:t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6F70"/>
                </a:solidFill>
                <a:latin typeface="Comic Sans M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E42"/>
                </a:solidFill>
                <a:latin typeface="Comic Sans MS"/>
              </a:defRPr>
            </a:pPr>
            <a:r>
              <a:t>30 ??????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13232"/>
            <a:ext cx="9875520" cy="0"/>
          </a:xfrm>
          <a:prstGeom prst="line">
            <a:avLst/>
          </a:prstGeom>
          <a:ln w="1524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 rot="48000">
            <a:off x="822960" y="1417320"/>
            <a:ext cx="2057400" cy="11430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1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 1 ?</a:t>
            </a:r>
            <a:br/>
            <a:r>
              <a:t>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6F70"/>
                </a:solidFill>
                <a:latin typeface="Microsoft YaHei"/>
              </a:defRPr>
            </a:pPr>
            <a:r>
              <a:t>AI ? 12 ???????????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28800" y="2587752"/>
            <a:ext cx="0" cy="137160"/>
          </a:xfrm>
          <a:prstGeom prst="line">
            <a:avLst/>
          </a:prstGeom>
          <a:ln w="25400">
            <a:solidFill>
              <a:srgbClr val="B15C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880360" y="1965960"/>
            <a:ext cx="685800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 rot="21528000">
            <a:off x="3611879" y="1417320"/>
            <a:ext cx="2057400" cy="11430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8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 2 ?</a:t>
            </a:r>
            <a:br/>
            <a:r>
              <a:t>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7889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6F70"/>
                </a:solidFill>
                <a:latin typeface="Microsoft YaHei"/>
              </a:defRPr>
            </a:pPr>
            <a:r>
              <a:t>?????????????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17720" y="2587752"/>
            <a:ext cx="0" cy="137160"/>
          </a:xfrm>
          <a:prstGeom prst="line">
            <a:avLst/>
          </a:prstGeom>
          <a:ln w="25400">
            <a:solidFill>
              <a:srgbClr val="B891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69279" y="1965960"/>
            <a:ext cx="685800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 rot="48000">
            <a:off x="6400800" y="1417320"/>
            <a:ext cx="2057400" cy="11430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52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 3 ?</a:t>
            </a:r>
            <a:br/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6F70"/>
                </a:solidFill>
                <a:latin typeface="Microsoft YaHei"/>
              </a:defRPr>
            </a:pPr>
            <a:r>
              <a:t>?????????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2587752"/>
            <a:ext cx="0" cy="137160"/>
          </a:xfrm>
          <a:prstGeom prst="line">
            <a:avLst/>
          </a:prstGeom>
          <a:ln w="25400">
            <a:solidFill>
              <a:srgbClr val="52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58200" y="1965960"/>
            <a:ext cx="685800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 rot="21558000">
            <a:off x="9189719" y="1417320"/>
            <a:ext cx="2057400" cy="11430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69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 4 ?</a:t>
            </a:r>
            <a:br/>
            <a:r>
              <a:t>Skills 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2788920"/>
            <a:ext cx="2057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86F70"/>
                </a:solidFill>
                <a:latin typeface="Microsoft YaHei"/>
              </a:defRPr>
            </a:pPr>
            <a:r>
              <a:t>???????????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95559" y="2587752"/>
            <a:ext cx="0" cy="137160"/>
          </a:xfrm>
          <a:prstGeom prst="line">
            <a:avLst/>
          </a:prstGeom>
          <a:ln w="25400">
            <a:solidFill>
              <a:srgbClr val="698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51560" y="5349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A3E42"/>
                </a:solidFill>
                <a:latin typeface="Microsoft YaHei"/>
              </a:defRPr>
            </a:pPr>
            <a:r>
              <a:t>???????????????????????????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6F70"/>
                </a:solidFill>
                <a:latin typeface="Comic Sans M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E42"/>
                </a:solidFill>
                <a:latin typeface="Comic Sans MS"/>
              </a:defRPr>
            </a:pPr>
            <a:r>
              <a:t>?????????????????????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13232"/>
            <a:ext cx="9875520" cy="0"/>
          </a:xfrm>
          <a:prstGeom prst="line">
            <a:avLst/>
          </a:prstGeom>
          <a:ln w="1524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 rot="48000">
            <a:off x="822960" y="1234440"/>
            <a:ext cx="2788920" cy="141732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1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????</a:t>
            </a:r>
            <a:br/>
            <a:r>
              <a:t>2000 ?????</a:t>
            </a:r>
            <a:br/>
            <a:r>
              <a:t>??????</a:t>
            </a:r>
          </a:p>
        </p:txBody>
      </p:sp>
      <p:sp>
        <p:nvSpPr>
          <p:cNvPr id="7" name="Rounded Rectangle 6"/>
          <p:cNvSpPr/>
          <p:nvPr/>
        </p:nvSpPr>
        <p:spPr>
          <a:xfrm rot="21558000">
            <a:off x="4160520" y="1005840"/>
            <a:ext cx="2834640" cy="18288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52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AI ??</a:t>
            </a:r>
            <a:br/>
            <a:r>
              <a:t>12 ??</a:t>
            </a:r>
            <a:br/>
            <a:r>
              <a:t>14 ???</a:t>
            </a:r>
            <a:br/>
            <a:r>
              <a:t>?? 300+ ?</a:t>
            </a:r>
            <a:br/>
            <a:r>
              <a:t>??????</a:t>
            </a:r>
          </a:p>
        </p:txBody>
      </p:sp>
      <p:sp>
        <p:nvSpPr>
          <p:cNvPr id="8" name="Rounded Rectangle 7"/>
          <p:cNvSpPr/>
          <p:nvPr/>
        </p:nvSpPr>
        <p:spPr>
          <a:xfrm rot="21528000">
            <a:off x="7498079" y="1234440"/>
            <a:ext cx="3154680" cy="141732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8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????</a:t>
            </a:r>
            <a:br/>
            <a:r>
              <a:t>? diff ?????</a:t>
            </a:r>
            <a:br/>
            <a:r>
              <a:t>????</a:t>
            </a:r>
            <a:br/>
            <a:r>
              <a:t>??????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1920240"/>
            <a:ext cx="502920" cy="0"/>
          </a:xfrm>
          <a:prstGeom prst="line">
            <a:avLst/>
          </a:prstGeom>
          <a:ln w="25400">
            <a:solidFill>
              <a:srgbClr val="68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95160" y="1920240"/>
            <a:ext cx="502920" cy="0"/>
          </a:xfrm>
          <a:prstGeom prst="line">
            <a:avLst/>
          </a:prstGeom>
          <a:ln w="25400">
            <a:solidFill>
              <a:srgbClr val="68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9509760" y="3886200"/>
            <a:ext cx="914400" cy="914400"/>
          </a:xfrm>
          <a:prstGeom prst="ellipse">
            <a:avLst/>
          </a:prstGeom>
          <a:noFill/>
          <a:ln w="25400">
            <a:solidFill>
              <a:srgbClr val="3A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65792" y="417880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31552" y="417880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02952" y="4416552"/>
            <a:ext cx="164592" cy="228600"/>
          </a:xfrm>
          <a:prstGeom prst="ellipse">
            <a:avLst/>
          </a:prstGeom>
          <a:ln>
            <a:solidFill>
              <a:srgbClr val="3A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1208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3A3E42"/>
                </a:solidFill>
                <a:latin typeface="Microsoft YaHei"/>
              </a:defRPr>
            </a:pPr>
            <a:r>
              <a:t>?????????????????????????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6F70"/>
                </a:solidFill>
                <a:latin typeface="Comic Sans M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E42"/>
                </a:solidFill>
                <a:latin typeface="Comic Sans MS"/>
              </a:defRPr>
            </a:pPr>
            <a:r>
              <a:t>?????????????????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13232"/>
            <a:ext cx="9875520" cy="0"/>
          </a:xfrm>
          <a:prstGeom prst="line">
            <a:avLst/>
          </a:prstGeom>
          <a:ln w="1524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B15C53"/>
                </a:solidFill>
                <a:latin typeface="Comic Sans MS"/>
              </a:defRPr>
            </a:pPr>
            <a:r>
              <a:t>??????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 ??? bug ????</a:t>
            </a:r>
          </a:p>
          <a:p>
            <a:pPr>
              <a:spcAft>
                <a:spcPts val="800"/>
              </a:spcAft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 ????????</a:t>
            </a:r>
          </a:p>
          <a:p>
            <a:pPr>
              <a:spcAft>
                <a:spcPts val="800"/>
              </a:spcAft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 ??????????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09160" y="1097280"/>
            <a:ext cx="0" cy="384048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527D91"/>
                </a:solidFill>
                <a:latin typeface="Comic Sans MS"/>
              </a:defRPr>
            </a:pPr>
            <a:r>
              <a:t>??????</a:t>
            </a:r>
          </a:p>
        </p:txBody>
      </p:sp>
      <p:sp>
        <p:nvSpPr>
          <p:cNvPr id="10" name="Rounded Rectangle 9"/>
          <p:cNvSpPr/>
          <p:nvPr/>
        </p:nvSpPr>
        <p:spPr>
          <a:xfrm rot="48000">
            <a:off x="5440680" y="1828800"/>
            <a:ext cx="2514600" cy="123444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8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>
                <a:solidFill>
                  <a:srgbClr val="3A3E42"/>
                </a:solidFill>
                <a:latin typeface="Microsoft YaHei"/>
              </a:defRPr>
            </a:pPr>
            <a:r>
              <a:t>???</a:t>
            </a:r>
            <a:br/>
            <a:r>
              <a:t>???? AI ??</a:t>
            </a:r>
            <a:br/>
            <a:r>
              <a:t>???????????</a:t>
            </a:r>
          </a:p>
        </p:txBody>
      </p:sp>
      <p:sp>
        <p:nvSpPr>
          <p:cNvPr id="11" name="Rounded Rectangle 10"/>
          <p:cNvSpPr/>
          <p:nvPr/>
        </p:nvSpPr>
        <p:spPr>
          <a:xfrm rot="21558000">
            <a:off x="8275320" y="1828800"/>
            <a:ext cx="2651760" cy="123444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69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600">
                <a:solidFill>
                  <a:srgbClr val="3A3E42"/>
                </a:solidFill>
                <a:latin typeface="Microsoft YaHei"/>
              </a:defRPr>
            </a:pPr>
            <a:r>
              <a:t>???</a:t>
            </a:r>
            <a:br/>
            <a:r>
              <a:t>80% ?? AI</a:t>
            </a:r>
            <a:br/>
            <a:r>
              <a:t>??????????????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57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A3E42"/>
                </a:solidFill>
                <a:latin typeface="Microsoft YaHei"/>
              </a:defRPr>
            </a:pPr>
            <a:r>
              <a:t>??????????????????????????????</a:t>
            </a:r>
          </a:p>
        </p:txBody>
      </p:sp>
      <p:sp>
        <p:nvSpPr>
          <p:cNvPr id="13" name="Oval 12"/>
          <p:cNvSpPr/>
          <p:nvPr/>
        </p:nvSpPr>
        <p:spPr>
          <a:xfrm>
            <a:off x="3611880" y="3794760"/>
            <a:ext cx="914400" cy="914400"/>
          </a:xfrm>
          <a:prstGeom prst="ellipse">
            <a:avLst/>
          </a:prstGeom>
          <a:noFill/>
          <a:ln w="25400">
            <a:solidFill>
              <a:srgbClr val="3A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67912" y="408736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33672" y="408736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3931920" y="4361688"/>
            <a:ext cx="301752" cy="73152"/>
          </a:xfrm>
          <a:prstGeom prst="line">
            <a:avLst/>
          </a:prstGeom>
          <a:ln w="25400">
            <a:solidFill>
              <a:srgbClr val="B15C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13048" y="4005072"/>
            <a:ext cx="182880" cy="64008"/>
          </a:xfrm>
          <a:prstGeom prst="line">
            <a:avLst/>
          </a:prstGeom>
          <a:ln w="25400">
            <a:solidFill>
              <a:srgbClr val="B15C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160520" y="3995928"/>
            <a:ext cx="201168" cy="73152"/>
          </a:xfrm>
          <a:prstGeom prst="line">
            <a:avLst/>
          </a:prstGeom>
          <a:ln w="25400">
            <a:solidFill>
              <a:srgbClr val="B15C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6F70"/>
                </a:solidFill>
                <a:latin typeface="Comic Sans M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E42"/>
                </a:solidFill>
                <a:latin typeface="Comic Sans MS"/>
              </a:defRPr>
            </a:pPr>
            <a:r>
              <a:t>????????????????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13232"/>
            <a:ext cx="9875520" cy="0"/>
          </a:xfrm>
          <a:prstGeom prst="line">
            <a:avLst/>
          </a:prstGeom>
          <a:ln w="1524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 rot="66000">
            <a:off x="914400" y="1508760"/>
            <a:ext cx="2606040" cy="11430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68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  <a:br/>
            <a:r>
              <a:t>?????? = ??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20440" y="2057400"/>
            <a:ext cx="640080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 rot="66000">
            <a:off x="4343400" y="1508760"/>
            <a:ext cx="2606040" cy="11430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1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  <a:br/>
            <a:r>
              <a:t>AI ??????? = ???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0" y="2057400"/>
            <a:ext cx="640080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 rot="21528000">
            <a:off x="7772400" y="1508760"/>
            <a:ext cx="2606040" cy="11430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69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  <a:br/>
            <a:r>
              <a:t>?????????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0">
                <a:solidFill>
                  <a:srgbClr val="3A3E42"/>
                </a:solidFill>
                <a:latin typeface="Microsoft YaHei"/>
              </a:defRPr>
            </a:pPr>
            <a:r>
              <a:t>??????????????????????????????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92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6F70"/>
                </a:solidFill>
                <a:latin typeface="Microsoft YaHei"/>
              </a:defRPr>
            </a:pPr>
            <a:r>
              <a:t>???????????????????????</a:t>
            </a:r>
          </a:p>
        </p:txBody>
      </p:sp>
      <p:sp>
        <p:nvSpPr>
          <p:cNvPr id="13" name="Oval 12"/>
          <p:cNvSpPr/>
          <p:nvPr/>
        </p:nvSpPr>
        <p:spPr>
          <a:xfrm>
            <a:off x="9738360" y="4160520"/>
            <a:ext cx="914400" cy="914400"/>
          </a:xfrm>
          <a:prstGeom prst="ellipse">
            <a:avLst/>
          </a:prstGeom>
          <a:noFill/>
          <a:ln w="25400">
            <a:solidFill>
              <a:srgbClr val="3A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94392" y="445312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60152" y="4453128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049256" y="4782312"/>
            <a:ext cx="329184" cy="0"/>
          </a:xfrm>
          <a:prstGeom prst="line">
            <a:avLst/>
          </a:prstGeom>
          <a:ln w="25400">
            <a:solidFill>
              <a:srgbClr val="52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6F70"/>
                </a:solidFill>
                <a:latin typeface="Comic Sans M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E42"/>
                </a:solidFill>
                <a:latin typeface="Comic Sans MS"/>
              </a:defRPr>
            </a:pPr>
            <a:r>
              <a:t>????Skills ?????????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13232"/>
            <a:ext cx="9875520" cy="0"/>
          </a:xfrm>
          <a:prstGeom prst="line">
            <a:avLst/>
          </a:prstGeom>
          <a:ln w="1524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10972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3A3E42"/>
                </a:solidFill>
                <a:latin typeface="Microsoft YaHei"/>
              </a:defRPr>
            </a:pPr>
            <a:r>
              <a:t>?? Claude Code ?????????Skills ????????</a:t>
            </a:r>
          </a:p>
        </p:txBody>
      </p:sp>
      <p:sp>
        <p:nvSpPr>
          <p:cNvPr id="7" name="Rounded Rectangle 6"/>
          <p:cNvSpPr/>
          <p:nvPr/>
        </p:nvSpPr>
        <p:spPr>
          <a:xfrm rot="21558000">
            <a:off x="960120" y="1920240"/>
            <a:ext cx="2148840" cy="6858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52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PDF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93392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86F70"/>
                </a:solidFill>
                <a:latin typeface="Microsoft YaHei"/>
              </a:defRPr>
            </a:pPr>
            <a:r>
              <a:t>1 ??????????????????????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267712"/>
            <a:ext cx="256032" cy="0"/>
          </a:xfrm>
          <a:prstGeom prst="line">
            <a:avLst/>
          </a:prstGeom>
          <a:ln w="25400">
            <a:solidFill>
              <a:srgbClr val="527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 rot="66000">
            <a:off x="960120" y="3063240"/>
            <a:ext cx="2148840" cy="6858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69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webapp-testing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36392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86F70"/>
                </a:solidFill>
                <a:latin typeface="Microsoft YaHei"/>
              </a:defRPr>
            </a:pPr>
            <a:r>
              <a:t>????????????? bug??????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410712"/>
            <a:ext cx="256032" cy="0"/>
          </a:xfrm>
          <a:prstGeom prst="line">
            <a:avLst/>
          </a:prstGeom>
          <a:ln w="25400">
            <a:solidFill>
              <a:srgbClr val="698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 rot="21558000">
            <a:off x="960120" y="4206240"/>
            <a:ext cx="2148840" cy="685800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897D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1800">
                <a:solidFill>
                  <a:srgbClr val="3A3E42"/>
                </a:solidFill>
                <a:latin typeface="Microsoft YaHei"/>
              </a:defRPr>
            </a:pPr>
            <a:r>
              <a:t>mcp-builder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279392"/>
            <a:ext cx="6949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686F70"/>
                </a:solidFill>
                <a:latin typeface="Microsoft YaHei"/>
              </a:defRPr>
            </a:pPr>
            <a:r>
              <a:t>?? Jira?Slack????????? issue ?????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8960" y="4553712"/>
            <a:ext cx="256032" cy="0"/>
          </a:xfrm>
          <a:prstGeom prst="line">
            <a:avLst/>
          </a:prstGeom>
          <a:ln w="25400">
            <a:solidFill>
              <a:srgbClr val="897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54864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A3E42"/>
                </a:solidFill>
                <a:latin typeface="Microsoft YaHei"/>
              </a:defRPr>
            </a:pPr>
            <a:r>
              <a:t>?????????? AI ??????AI ?????????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6F70"/>
                </a:solidFill>
                <a:latin typeface="Comic Sans M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E42"/>
                </a:solidFill>
                <a:latin typeface="Comic Sans MS"/>
              </a:defRPr>
            </a:pPr>
            <a:r>
              <a:t>???????????????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13232"/>
            <a:ext cx="9875520" cy="0"/>
          </a:xfrm>
          <a:prstGeom prst="line">
            <a:avLst/>
          </a:prstGeom>
          <a:ln w="1524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80760" y="1143000"/>
            <a:ext cx="0" cy="393192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1234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86F70"/>
                </a:solidFill>
                <a:latin typeface="Comic Sans MS"/>
              </a:defRPr>
            </a:pPr>
            <a:r>
              <a:t>??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</a:t>
            </a:r>
          </a:p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</a:t>
            </a:r>
          </a:p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?????????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2344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698F6F"/>
                </a:solidFill>
                <a:latin typeface="Comic Sans MS"/>
              </a:defRPr>
            </a:pPr>
            <a:r>
              <a:t>??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023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</a:t>
            </a:r>
          </a:p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??????</a:t>
            </a:r>
          </a:p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??????</a:t>
            </a:r>
          </a:p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????????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4924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3A3E42"/>
                </a:solidFill>
                <a:latin typeface="Microsoft YaHei"/>
              </a:defRPr>
            </a:pPr>
            <a:r>
              <a:t>??????????????????????????????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{4c3a22ef-5146-4935-a576-910ff809ef9d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0040" y="228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86F70"/>
                </a:solidFill>
                <a:latin typeface="Comic Sans M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A3E42"/>
                </a:solidFill>
                <a:latin typeface="Comic Sans MS"/>
              </a:defRPr>
            </a:pPr>
            <a:r>
              <a:t>?????????????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13232"/>
            <a:ext cx="9875520" cy="0"/>
          </a:xfrm>
          <a:prstGeom prst="line">
            <a:avLst/>
          </a:prstGeom>
          <a:ln w="1524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 rot="21528000">
            <a:off x="914400" y="1417320"/>
            <a:ext cx="169164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15C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1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1737360"/>
            <a:ext cx="640080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 rot="66000">
            <a:off x="3383280" y="1417320"/>
            <a:ext cx="169164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B89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1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74920" y="1737360"/>
            <a:ext cx="640080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 rot="21558000">
            <a:off x="5852160" y="1417320"/>
            <a:ext cx="169164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527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1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1737360"/>
            <a:ext cx="640079" cy="0"/>
          </a:xfrm>
          <a:prstGeom prst="line">
            <a:avLst/>
          </a:prstGeom>
          <a:ln w="25400">
            <a:solidFill>
              <a:srgbClr val="BEB8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 rot="21528000">
            <a:off x="8321040" y="1417320"/>
            <a:ext cx="1691640" cy="658368"/>
          </a:xfrm>
          <a:prstGeom prst="roundRect">
            <a:avLst/>
          </a:prstGeom>
          <a:solidFill>
            <a:srgbClr val="F6F4ED"/>
          </a:solidFill>
          <a:ln w="19050">
            <a:solidFill>
              <a:srgbClr val="698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defRPr sz="2100">
                <a:solidFill>
                  <a:srgbClr val="3A3E42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A3E42"/>
                </a:solidFill>
                <a:latin typeface="Comic Sans MS"/>
              </a:defRPr>
            </a:pPr>
            <a:r>
              <a:t>????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83280"/>
            <a:ext cx="9875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AI ???????????????????????????</a:t>
            </a:r>
          </a:p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?????????????????????????????????</a:t>
            </a:r>
          </a:p>
          <a:p>
            <a:pPr>
              <a:spcAft>
                <a:spcPts val="800"/>
              </a:spcAft>
              <a:defRPr sz="1900">
                <a:solidFill>
                  <a:srgbClr val="3A3E42"/>
                </a:solidFill>
                <a:latin typeface="Microsoft YaHei"/>
              </a:defRPr>
            </a:pPr>
            <a:r>
              <a:t>? ??????????????????????????????</a:t>
            </a:r>
          </a:p>
        </p:txBody>
      </p:sp>
      <p:sp>
        <p:nvSpPr>
          <p:cNvPr id="15" name="Oval 14"/>
          <p:cNvSpPr/>
          <p:nvPr/>
        </p:nvSpPr>
        <p:spPr>
          <a:xfrm>
            <a:off x="9738360" y="4956048"/>
            <a:ext cx="914400" cy="914400"/>
          </a:xfrm>
          <a:prstGeom prst="ellipse">
            <a:avLst/>
          </a:prstGeom>
          <a:noFill/>
          <a:ln w="25400">
            <a:solidFill>
              <a:srgbClr val="3A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94392" y="5248656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360152" y="5248656"/>
            <a:ext cx="73152" cy="73152"/>
          </a:xfrm>
          <a:prstGeom prst="ellipse">
            <a:avLst/>
          </a:prstGeom>
          <a:solidFill>
            <a:srgbClr val="3A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0030968" y="5522976"/>
            <a:ext cx="164592" cy="128016"/>
          </a:xfrm>
          <a:prstGeom prst="line">
            <a:avLst/>
          </a:prstGeom>
          <a:ln w="25400">
            <a:solidFill>
              <a:srgbClr val="698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195560" y="5522976"/>
            <a:ext cx="201168" cy="128016"/>
          </a:xfrm>
          <a:prstGeom prst="line">
            <a:avLst/>
          </a:prstGeom>
          <a:ln w="25400">
            <a:solidFill>
              <a:srgbClr val="698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? Claude Code ?????????</dc:title>
  <dc:subject>8???????????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